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6" r:id="rId10"/>
    <p:sldId id="267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78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713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403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3964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243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944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0905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3105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9267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6800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1574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11221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937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85328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07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0939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0779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4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2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Redistribution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Lab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(09-131242-004)  ·  Abdul Moiz (09-131242-002)  ·  Muhammad </a:t>
            </a:r>
            <a:r>
              <a:rPr lang="en-US" sz="13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Zohaib Saqib (09-131242-072)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1.3 billion ton of food is wasted globally every year (FAO, 2019)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go hungry — especially in developing regions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Pakistan, food waste at weddings and festivals is particularly high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coordinated digital platform connects food donors with those in need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ReMeal bridges this gap with a role-based, C++-backend redistribution platform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functional web platform for donors to list food &amp; receivers to request 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donor-controlled request approval with auto-generated delivery records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rider portal for claiming and tracking deliveries step-by-step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Linked Lists, Stack, Queue, BST, Hash Table &amp; Graph in C++ backend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Handling for persistent, lightweight, database-free data storage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clean, well-documented code suitable as a student learning reference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/ CSS / 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pages, styling, fetch() API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(Winsock2)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HTTP server, all DSA logic, file I/O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Design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Followed for future migration readiness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scripts during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text files — users, donations, requests, deliveries,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9611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Module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 listings, track status, Approve / Reject incoming requests — approval auto-creates a delivery.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89611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99339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donations, send requests, view Pending/Approved/Rejected status, cancel pending requests.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35224"/>
            <a:ext cx="8412480" cy="89611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08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Module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980944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unclaimed deliveries, Claim → mark In Transit → mark Delivered with pickup/drop-off addresses.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22776"/>
            <a:ext cx="8412480" cy="89611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995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968496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HTTP server (Winsock2, port 8080), parses raw HTTP, routes to handlers, returns JSON, mutex-safe file I/O.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User, Donation &amp; Request nodes dynamically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LogStack — records events in reverse-chronological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ReqQueue — holds pending requests in submission order for fairness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DonBST — donations sorted by food item; in-order gives alphabetical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UserHT — O(1) login lookup by email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114800" cy="1097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(Adj. List)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977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donor-receiver relationships; BFS maps food-sharing network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00014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donation list alphabetically by food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sort for larger donation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(BST)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lookup of donations by food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 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sorted donations from BST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Queue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pending requests in submission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Graph 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donor-to-receiver food sharing connections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localhost:8080 → C++ server serves Home with live stats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81912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added to UserLinkedList, UserHT &amp; users.txt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122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O(1) hash lookup → redirected to role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adds food → inserted into LinkedList &amp; BST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644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requests  → enqueued in FIFO ReqQueue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approves → Delivery auto-created → Graph edge added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462272"/>
            <a:ext cx="384048" cy="38404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1655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claims → marks In Transit → marks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text files with MySQL or MongoDB for scalability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014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325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app with push notifications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match donors &amp; receivers by location and food 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56232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11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integration for proximity search &amp; live GPS tracking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Donations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18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(JazzCash/Stripe) to fund rider operations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752344"/>
            <a:ext cx="4114800" cy="804672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118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alerts for request/approval/delivery updates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48456"/>
            <a:ext cx="8412480" cy="731520"/>
          </a:xfrm>
          <a:prstGeom prst="rect">
            <a:avLst/>
          </a:prstGeom>
          <a:solidFill>
            <a:srgbClr val="E8F5EC"/>
          </a:solidFill>
          <a:ln w="12700">
            <a:solidFill>
              <a:srgbClr val="C5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8130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System-wide panel for moderation, analytics, and abuse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ReMeal is a complete, functional food redistribution system that demonstrates university-level DSA concepts — Linked Lists, Stacks, Queues, BSTs, Hash Tables, and Graphs — applied to solve a real-world problem.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role-based web platform (Donor, Receiver, Rider)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Donor-controlled approval workflow with auto delivery creation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file-based storage — no external database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C++ HTTP server built entirely from first principles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github.com/AbdullahOO4/DSA-Project-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251</TotalTime>
  <Words>758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ReMeal – Food Redistribution System</dc:title>
  <dc:subject>PptxGenJS Presentation</dc:subject>
  <dc:creator>PptxGenJS</dc:creator>
  <cp:lastModifiedBy>09-131242-004</cp:lastModifiedBy>
  <cp:revision>5</cp:revision>
  <dcterms:created xsi:type="dcterms:W3CDTF">2026-06-01T12:20:57Z</dcterms:created>
  <dcterms:modified xsi:type="dcterms:W3CDTF">2026-06-02T07:54:06Z</dcterms:modified>
</cp:coreProperties>
</file>